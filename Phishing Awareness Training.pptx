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542925"/>
            <a:ext cx="323850" cy="3238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19175" y="476250"/>
            <a:ext cx="1852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CyberShield</a:t>
            </a:r>
            <a:endParaRPr lang="en-US" sz="2200" dirty="0"/>
          </a:p>
        </p:txBody>
      </p:sp>
      <p:sp>
        <p:nvSpPr>
          <p:cNvPr id="8" name="Text 1"/>
          <p:cNvSpPr/>
          <p:nvPr/>
        </p:nvSpPr>
        <p:spPr>
          <a:xfrm>
            <a:off x="9903768" y="523875"/>
            <a:ext cx="17167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Module</a:t>
            </a:r>
            <a:endParaRPr lang="en-US" sz="900" dirty="0"/>
          </a:p>
        </p:txBody>
      </p:sp>
      <p:sp>
        <p:nvSpPr>
          <p:cNvPr id="9" name="Text 2"/>
          <p:cNvSpPr/>
          <p:nvPr/>
        </p:nvSpPr>
        <p:spPr>
          <a:xfrm>
            <a:off x="9903768" y="710505"/>
            <a:ext cx="17167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</a:t>
            </a:r>
            <a:endParaRPr lang="en-US" sz="1100" dirty="0"/>
          </a:p>
        </p:txBody>
      </p:sp>
      <p:sp>
        <p:nvSpPr>
          <p:cNvPr id="10" name="Text 3"/>
          <p:cNvSpPr/>
          <p:nvPr/>
        </p:nvSpPr>
        <p:spPr>
          <a:xfrm>
            <a:off x="9903768" y="1114276"/>
            <a:ext cx="17167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Date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9903768" y="1300907"/>
            <a:ext cx="17167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20, 2026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571500" y="2733675"/>
            <a:ext cx="11049000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 Awareness Training</a:t>
            </a:r>
            <a:endParaRPr lang="en-US" sz="7800" dirty="0"/>
          </a:p>
        </p:txBody>
      </p:sp>
      <p:sp>
        <p:nvSpPr>
          <p:cNvPr id="13" name="Text 6"/>
          <p:cNvSpPr/>
          <p:nvPr/>
        </p:nvSpPr>
        <p:spPr>
          <a:xfrm>
            <a:off x="571500" y="5324475"/>
            <a:ext cx="1104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 Soni</a:t>
            </a:r>
            <a:endParaRPr lang="en-US" sz="1900" dirty="0"/>
          </a:p>
        </p:txBody>
      </p:sp>
      <p:sp>
        <p:nvSpPr>
          <p:cNvPr id="14" name="Text 7"/>
          <p:cNvSpPr/>
          <p:nvPr/>
        </p:nvSpPr>
        <p:spPr>
          <a:xfrm>
            <a:off x="571500" y="5800725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omsoni9694@gmail.com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562225"/>
            <a:ext cx="133350" cy="1428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3552825"/>
            <a:ext cx="133350" cy="1428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543425"/>
            <a:ext cx="133350" cy="1428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5534025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657225"/>
            <a:ext cx="5353050" cy="57340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571500"/>
            <a:ext cx="55245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Phishing Threat Landscape</a:t>
            </a:r>
            <a:endParaRPr lang="en-US" sz="4500" dirty="0"/>
          </a:p>
        </p:txBody>
      </p:sp>
      <p:sp>
        <p:nvSpPr>
          <p:cNvPr id="9" name="Text 1"/>
          <p:cNvSpPr/>
          <p:nvPr/>
        </p:nvSpPr>
        <p:spPr>
          <a:xfrm>
            <a:off x="1066800" y="2483941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one of the most dangerous cyber threats in today's digital world</a:t>
            </a:r>
            <a:endParaRPr lang="en-US" sz="1700" dirty="0"/>
          </a:p>
        </p:txBody>
      </p:sp>
      <p:sp>
        <p:nvSpPr>
          <p:cNvPr id="10" name="Text 2"/>
          <p:cNvSpPr/>
          <p:nvPr/>
        </p:nvSpPr>
        <p:spPr>
          <a:xfrm>
            <a:off x="1066800" y="3474541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fake emails, websites, and messages to steal sensitive information</a:t>
            </a:r>
            <a:endParaRPr lang="en-US" sz="1700" dirty="0"/>
          </a:p>
        </p:txBody>
      </p:sp>
      <p:sp>
        <p:nvSpPr>
          <p:cNvPr id="11" name="Text 3"/>
          <p:cNvSpPr/>
          <p:nvPr/>
        </p:nvSpPr>
        <p:spPr>
          <a:xfrm>
            <a:off x="1066800" y="4465141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is essential to protect personal and organizational data</a:t>
            </a:r>
            <a:endParaRPr lang="en-US" sz="1700" dirty="0"/>
          </a:p>
        </p:txBody>
      </p:sp>
      <p:sp>
        <p:nvSpPr>
          <p:cNvPr id="12" name="Text 4"/>
          <p:cNvSpPr/>
          <p:nvPr/>
        </p:nvSpPr>
        <p:spPr>
          <a:xfrm>
            <a:off x="1066800" y="5455741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phishing tactics is the first line of defense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895350"/>
            <a:ext cx="5353050" cy="57435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5" y="3676650"/>
            <a:ext cx="95250" cy="1047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4010025"/>
            <a:ext cx="95250" cy="1047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4343400"/>
            <a:ext cx="95250" cy="1047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05500" y="571500"/>
            <a:ext cx="55245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Phishing Attacks</a:t>
            </a:r>
            <a:endParaRPr lang="en-US" sz="4500" dirty="0"/>
          </a:p>
        </p:txBody>
      </p:sp>
      <p:sp>
        <p:nvSpPr>
          <p:cNvPr id="8" name="Text 1"/>
          <p:cNvSpPr/>
          <p:nvPr/>
        </p:nvSpPr>
        <p:spPr>
          <a:xfrm>
            <a:off x="5905500" y="2293441"/>
            <a:ext cx="55245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 attack where attackers trick users into sharing sensitive data</a:t>
            </a:r>
            <a:endParaRPr lang="en-US" sz="1700" dirty="0"/>
          </a:p>
        </p:txBody>
      </p:sp>
      <p:sp>
        <p:nvSpPr>
          <p:cNvPr id="9" name="Text 2"/>
          <p:cNvSpPr/>
          <p:nvPr/>
        </p:nvSpPr>
        <p:spPr>
          <a:xfrm>
            <a:off x="5905500" y="3162002"/>
            <a:ext cx="55245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Targets:</a:t>
            </a:r>
            <a:endParaRPr lang="en-US" sz="1700" dirty="0"/>
          </a:p>
        </p:txBody>
      </p:sp>
      <p:sp>
        <p:nvSpPr>
          <p:cNvPr id="10" name="Text 3"/>
          <p:cNvSpPr/>
          <p:nvPr/>
        </p:nvSpPr>
        <p:spPr>
          <a:xfrm>
            <a:off x="6400800" y="3596283"/>
            <a:ext cx="28729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login credentials</a:t>
            </a:r>
            <a:endParaRPr lang="en-US" sz="1400" dirty="0"/>
          </a:p>
        </p:txBody>
      </p:sp>
      <p:sp>
        <p:nvSpPr>
          <p:cNvPr id="11" name="Text 4"/>
          <p:cNvSpPr/>
          <p:nvPr/>
        </p:nvSpPr>
        <p:spPr>
          <a:xfrm>
            <a:off x="6400800" y="3929658"/>
            <a:ext cx="33956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details and financial information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6400800" y="4263033"/>
            <a:ext cx="311631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identification information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5905500" y="4748808"/>
            <a:ext cx="55245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impersonate trusted organizations to gain unauthorized access</a:t>
            </a:r>
            <a:endParaRPr lang="en-US" sz="1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5975" y="5791200"/>
            <a:ext cx="5543550" cy="10001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96000" y="5998369"/>
            <a:ext cx="514350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is the core tactic used in all phishing attempts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276475"/>
            <a:ext cx="5543550" cy="11525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3629025"/>
            <a:ext cx="5543550" cy="9048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733925"/>
            <a:ext cx="5543550" cy="9048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5838825"/>
            <a:ext cx="5543550" cy="10191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990600"/>
            <a:ext cx="5353050" cy="57435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62000" y="571500"/>
            <a:ext cx="55245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Phishing Attack Methods</a:t>
            </a:r>
            <a:endParaRPr lang="en-US" sz="4500" dirty="0"/>
          </a:p>
        </p:txBody>
      </p:sp>
      <p:sp>
        <p:nvSpPr>
          <p:cNvPr id="9" name="Text 1"/>
          <p:cNvSpPr/>
          <p:nvPr/>
        </p:nvSpPr>
        <p:spPr>
          <a:xfrm>
            <a:off x="933450" y="2436316"/>
            <a:ext cx="47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1600200" y="2436316"/>
            <a:ext cx="45434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700" dirty="0"/>
          </a:p>
        </p:txBody>
      </p:sp>
      <p:sp>
        <p:nvSpPr>
          <p:cNvPr id="11" name="Text 3"/>
          <p:cNvSpPr/>
          <p:nvPr/>
        </p:nvSpPr>
        <p:spPr>
          <a:xfrm>
            <a:off x="1600200" y="2788741"/>
            <a:ext cx="454342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emails impersonating legitimate organizations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933450" y="3782913"/>
            <a:ext cx="47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3" name="Text 5"/>
          <p:cNvSpPr/>
          <p:nvPr/>
        </p:nvSpPr>
        <p:spPr>
          <a:xfrm>
            <a:off x="1600200" y="3782913"/>
            <a:ext cx="394989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700" dirty="0"/>
          </a:p>
        </p:txBody>
      </p:sp>
      <p:sp>
        <p:nvSpPr>
          <p:cNvPr id="14" name="Text 6"/>
          <p:cNvSpPr/>
          <p:nvPr/>
        </p:nvSpPr>
        <p:spPr>
          <a:xfrm>
            <a:off x="1600200" y="4135338"/>
            <a:ext cx="394989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text message attacks targeting mobile users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933450" y="4889599"/>
            <a:ext cx="47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1600200" y="4889599"/>
            <a:ext cx="35035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1600200" y="5242024"/>
            <a:ext cx="350356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scams using phone conversations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933450" y="5996285"/>
            <a:ext cx="47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1600200" y="5996285"/>
            <a:ext cx="45434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1600200" y="6348710"/>
            <a:ext cx="454342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on specific individuals or organizations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276475"/>
            <a:ext cx="5543550" cy="15335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1514475"/>
            <a:ext cx="5353050" cy="45529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571500"/>
            <a:ext cx="55245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Recognizing a Phishing Attack</a:t>
            </a:r>
            <a:endParaRPr lang="en-US" sz="4500" dirty="0"/>
          </a:p>
        </p:txBody>
      </p:sp>
      <p:sp>
        <p:nvSpPr>
          <p:cNvPr id="6" name="Text 1"/>
          <p:cNvSpPr/>
          <p:nvPr/>
        </p:nvSpPr>
        <p:spPr>
          <a:xfrm>
            <a:off x="1000125" y="2531566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Message: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00125" y="2836366"/>
            <a:ext cx="5048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"⚠️ Your bank account is suspended. Click here to verify."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762000" y="4084141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message creates urgency and fear to manipulate users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62000" y="4598491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to Identify: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76300" y="5074741"/>
            <a:ext cx="35044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or suspicious sender address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76300" y="5446216"/>
            <a:ext cx="29335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shortened link URL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76300" y="5817691"/>
            <a:ext cx="24325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tone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76300" y="6189166"/>
            <a:ext cx="26478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immediate action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6429375"/>
            <a:ext cx="5543550" cy="4286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2000" y="6636841"/>
            <a:ext cx="5524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through official channels before responding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504825"/>
            <a:ext cx="5353050" cy="63531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475" y="2409825"/>
            <a:ext cx="323850" cy="3333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475" y="3228975"/>
            <a:ext cx="323850" cy="3333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475" y="4038600"/>
            <a:ext cx="323850" cy="3333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5475" y="4610100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5475" y="5429250"/>
            <a:ext cx="323850" cy="3333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475" y="6000750"/>
            <a:ext cx="323850" cy="3333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15000" y="571500"/>
            <a:ext cx="57150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Techniques</a:t>
            </a:r>
            <a:endParaRPr lang="en-US" sz="4500" dirty="0"/>
          </a:p>
        </p:txBody>
      </p:sp>
      <p:sp>
        <p:nvSpPr>
          <p:cNvPr id="11" name="Text 1"/>
          <p:cNvSpPr/>
          <p:nvPr/>
        </p:nvSpPr>
        <p:spPr>
          <a:xfrm>
            <a:off x="6191250" y="2388691"/>
            <a:ext cx="52387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examine the sender's email address for inconsistencies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6191250" y="3203972"/>
            <a:ext cx="52387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spelling and grammatical mistakes in the message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6191250" y="4019252"/>
            <a:ext cx="447183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clicking on unknown or suspicious links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6191250" y="4590752"/>
            <a:ext cx="52387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website security by checking for HTTPS protocol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6191250" y="5406033"/>
            <a:ext cx="466114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cautious of messages creating false urgency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6191250" y="5977533"/>
            <a:ext cx="52387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actual destination URL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409825"/>
            <a:ext cx="323850" cy="3333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3228975"/>
            <a:ext cx="323850" cy="3333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038600"/>
            <a:ext cx="323850" cy="3333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610100"/>
            <a:ext cx="323850" cy="3333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5429250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981700"/>
            <a:ext cx="5734050" cy="876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666750"/>
            <a:ext cx="5353050" cy="6191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571500"/>
            <a:ext cx="57150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Flags to Watch For</a:t>
            </a:r>
            <a:endParaRPr lang="en-US" sz="4500" dirty="0"/>
          </a:p>
        </p:txBody>
      </p:sp>
      <p:sp>
        <p:nvSpPr>
          <p:cNvPr id="11" name="Text 1"/>
          <p:cNvSpPr/>
          <p:nvPr/>
        </p:nvSpPr>
        <p:spPr>
          <a:xfrm>
            <a:off x="1238250" y="2388691"/>
            <a:ext cx="52387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that seem too good to be true (free money, prizes, rewards)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1238250" y="3203972"/>
            <a:ext cx="52387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demanding urgent action or immediate response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1238250" y="4019252"/>
            <a:ext cx="478452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 from unknown sources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1238250" y="4590752"/>
            <a:ext cx="52387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from unrecognized or unverified senders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1238250" y="5406033"/>
            <a:ext cx="523875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sensitive personal or financial information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1171575" y="6183213"/>
            <a:ext cx="5076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the source before trusting any message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475" y="895350"/>
            <a:ext cx="4591050" cy="5743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71500"/>
            <a:ext cx="62865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Yourself from Phishing</a:t>
            </a:r>
            <a:endParaRPr lang="en-US" sz="45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2447925"/>
            <a:ext cx="247650" cy="2571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57300" y="2388691"/>
            <a:ext cx="50942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 for each account</a:t>
            </a:r>
            <a:endParaRPr lang="en-US" sz="17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3019425"/>
            <a:ext cx="247650" cy="2571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257300" y="2960191"/>
            <a:ext cx="57912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 (2FA) wherever possible</a:t>
            </a:r>
            <a:endParaRPr lang="en-US" sz="17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86200"/>
            <a:ext cx="304800" cy="25717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57300" y="3828752"/>
            <a:ext cx="57912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accessing sensitive accounts on public Wi-Fi networks</a:t>
            </a:r>
            <a:endParaRPr lang="en-US" sz="17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762500"/>
            <a:ext cx="228600" cy="25717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57300" y="4697313"/>
            <a:ext cx="57912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personal information via email or unsecured channels</a:t>
            </a:r>
            <a:endParaRPr lang="en-US" sz="17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5629275"/>
            <a:ext cx="247650" cy="25717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57300" y="5565874"/>
            <a:ext cx="57912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software and security systems updated regularly</a:t>
            </a:r>
            <a:endParaRPr lang="en-US" sz="17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6496050"/>
            <a:ext cx="304800" cy="257175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257300" y="6434435"/>
            <a:ext cx="52802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reputable antivirus and anti-phishing tools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657225"/>
            <a:ext cx="4591050" cy="57340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75" y="2276475"/>
            <a:ext cx="6305550" cy="609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75" y="3048000"/>
            <a:ext cx="6305550" cy="609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975" y="3819525"/>
            <a:ext cx="6305550" cy="609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3975" y="4591050"/>
            <a:ext cx="6305550" cy="6000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143500" y="571500"/>
            <a:ext cx="62865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Your Understanding</a:t>
            </a:r>
            <a:endParaRPr lang="en-US" sz="4500" dirty="0"/>
          </a:p>
        </p:txBody>
      </p:sp>
      <p:sp>
        <p:nvSpPr>
          <p:cNvPr id="9" name="Text 1"/>
          <p:cNvSpPr/>
          <p:nvPr/>
        </p:nvSpPr>
        <p:spPr>
          <a:xfrm>
            <a:off x="5372100" y="2436316"/>
            <a:ext cx="254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2"/>
          <p:cNvSpPr/>
          <p:nvPr/>
        </p:nvSpPr>
        <p:spPr>
          <a:xfrm>
            <a:off x="5816947" y="2436316"/>
            <a:ext cx="412239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 and why is it dangerous?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5372100" y="3205907"/>
            <a:ext cx="254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4"/>
          <p:cNvSpPr/>
          <p:nvPr/>
        </p:nvSpPr>
        <p:spPr>
          <a:xfrm>
            <a:off x="5816947" y="3205907"/>
            <a:ext cx="482307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click on links from unknown senders?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5372100" y="3975497"/>
            <a:ext cx="254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6"/>
          <p:cNvSpPr/>
          <p:nvPr/>
        </p:nvSpPr>
        <p:spPr>
          <a:xfrm>
            <a:off x="5816947" y="3975497"/>
            <a:ext cx="482054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2FA stand for and why is it important?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5372100" y="4745087"/>
            <a:ext cx="254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8"/>
          <p:cNvSpPr/>
          <p:nvPr/>
        </p:nvSpPr>
        <p:spPr>
          <a:xfrm>
            <a:off x="5816947" y="4745087"/>
            <a:ext cx="456470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identify a fake or phishing email?</a:t>
            </a:r>
            <a:endParaRPr lang="en-US" sz="15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975" y="5476875"/>
            <a:ext cx="152400" cy="20002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72100" y="5467052"/>
            <a:ext cx="3333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moment to reflect on these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5076825"/>
            <a:ext cx="5543550" cy="990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657225"/>
            <a:ext cx="5353050" cy="5734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571500"/>
            <a:ext cx="55245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Cyber Safe</a:t>
            </a:r>
            <a:endParaRPr lang="en-US" sz="4500" dirty="0"/>
          </a:p>
        </p:txBody>
      </p:sp>
      <p:sp>
        <p:nvSpPr>
          <p:cNvPr id="6" name="Text 1"/>
          <p:cNvSpPr/>
          <p:nvPr/>
        </p:nvSpPr>
        <p:spPr>
          <a:xfrm>
            <a:off x="762000" y="1527721"/>
            <a:ext cx="552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are increasing rapidly in the digital world</a:t>
            </a:r>
            <a:endParaRPr lang="en-US" sz="1700" dirty="0"/>
          </a:p>
        </p:txBody>
      </p:sp>
      <p:sp>
        <p:nvSpPr>
          <p:cNvPr id="7" name="Text 2"/>
          <p:cNvSpPr/>
          <p:nvPr/>
        </p:nvSpPr>
        <p:spPr>
          <a:xfrm>
            <a:off x="762000" y="253737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1285875" y="2537371"/>
            <a:ext cx="4688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Alert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285875" y="2842171"/>
            <a:ext cx="4688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be vigilant about suspicious communications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762000" y="333747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285875" y="3337471"/>
            <a:ext cx="24812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Before You Click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285875" y="3642271"/>
            <a:ext cx="24812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taking action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62000" y="413757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285875" y="4137571"/>
            <a:ext cx="34858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Your Data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85875" y="4442371"/>
            <a:ext cx="34858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security best practices consistently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5457825"/>
            <a:ext cx="228600" cy="238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04925" y="5290096"/>
            <a:ext cx="4791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is your first and strongest defense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2405063"/>
            <a:ext cx="1219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9900" dirty="0"/>
          </a:p>
        </p:txBody>
      </p:sp>
      <p:sp>
        <p:nvSpPr>
          <p:cNvPr id="6" name="Text 1"/>
          <p:cNvSpPr/>
          <p:nvPr/>
        </p:nvSpPr>
        <p:spPr>
          <a:xfrm>
            <a:off x="0" y="3929063"/>
            <a:ext cx="12192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7" name="Text 2"/>
          <p:cNvSpPr/>
          <p:nvPr/>
        </p:nvSpPr>
        <p:spPr>
          <a:xfrm>
            <a:off x="609600" y="533400"/>
            <a:ext cx="81153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0C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 Awareness Training</a:t>
            </a:r>
            <a:endParaRPr lang="en-US" sz="4500" dirty="0"/>
          </a:p>
        </p:txBody>
      </p:sp>
      <p:sp>
        <p:nvSpPr>
          <p:cNvPr id="8" name="Text 3"/>
          <p:cNvSpPr/>
          <p:nvPr/>
        </p:nvSpPr>
        <p:spPr>
          <a:xfrm>
            <a:off x="609600" y="2026741"/>
            <a:ext cx="8115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safe online and practice what you've learned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724900" y="5334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Presenter: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8724900" y="7620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 Soni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724900" y="12573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Contact: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724900" y="1485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omsoni9694@gmail.com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09600" y="58674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2026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2026-04-19T17:37:13Z</dcterms:created>
  <dcterms:modified xsi:type="dcterms:W3CDTF">2026-04-19T17:37:13Z</dcterms:modified>
</cp:coreProperties>
</file>